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27432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computing power • anywhere • anytime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23444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is the delivery of computing services — servers, storage, databases, networking, software, and more — over the Internet (the cloud), enabling faster innovation, flexible resources, and economies of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>
                <a:alpha val="4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06040"/>
            <a:ext cx="109728" cy="1737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available instantly — no waiting for hardware procurement.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>
                <a:alpha val="4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606040"/>
            <a:ext cx="109728" cy="1737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pay for what you use, reducing wasted spend.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electricity — you plug in and use it, without owning the power plant.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Service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80360" cy="3794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8036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virtualized computing infrastructure — servers, storage, networking — over the internet.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AWS EC2, Google Compute 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880360" cy="3794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CAF5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288036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2084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578608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ready-to-use platform to build, test, and deploy applications without managing the underlying hardware.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Google App Engine, Heroku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051560"/>
            <a:ext cx="2880360" cy="37947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980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051560"/>
            <a:ext cx="2880360" cy="4572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92240" y="2084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finished software delivered over the internet — just open a browser and use it.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Gmail, Microsoft 365, Zoom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Cloud Computing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Savings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hardware costs. Pay only for what you consume.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 &amp; Agility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resources in minutes, not months.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Reach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64592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app to users worldwide with a few clicks.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33756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managed by cloud providers.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333756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scale up or down based on demand.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Reliability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3337560"/>
            <a:ext cx="237744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4290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redundancy ensures high availability &amp; uptime.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274320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274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86868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delivers computing services over the internet — no local hardware needed.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models: IaaS (infrastructure), PaaS (platform), SaaS (software).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benefits: cost savings, scalability, global reach, speed, and security.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everyone — from startups to large enterprises — to innovate faster.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6949440" cy="914400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13632"/>
            <a:ext cx="6766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cloud is not a place - it is a way of doing IT.'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Cloud Computing?</dc:title>
  <dc:subject>PptxGenJS Presentation</dc:subject>
  <dc:creator>PptxGenJS</dc:creator>
  <cp:lastModifiedBy>PptxGenJS</cp:lastModifiedBy>
  <cp:revision>1</cp:revision>
  <dcterms:created xsi:type="dcterms:W3CDTF">2026-03-31T15:48:43Z</dcterms:created>
  <dcterms:modified xsi:type="dcterms:W3CDTF">2026-03-31T15:48:43Z</dcterms:modified>
</cp:coreProperties>
</file>